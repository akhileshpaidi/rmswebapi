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hilesh Paidi" initials="AP" lastIdx="1" clrIdx="0">
    <p:extLst>
      <p:ext uri="{19B8F6BF-5375-455C-9EA6-DF929625EA0E}">
        <p15:presenceInfo xmlns:p15="http://schemas.microsoft.com/office/powerpoint/2012/main" userId="S::Akhilesh.Paidi@neemus.in::8d183288-ce18-411f-b0a2-a2e11beba4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21T12:01:52.40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8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9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10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3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4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3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12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0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7737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6858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05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2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35F19-9E07-44E6-AC18-4F5435E1189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468402-5421-47D8-9483-347910B98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8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577F-2518-4403-A894-90EAA900C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976"/>
            <a:ext cx="9144000" cy="89535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GRMA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95FE0-B8BB-4A19-9141-0D8C82015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76327"/>
            <a:ext cx="9144000" cy="523874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GOVERENCE DOCUMENT MODULE</a:t>
            </a:r>
            <a:br>
              <a:rPr lang="en-US" b="1" u="sng" dirty="0"/>
            </a:br>
            <a:endParaRPr lang="en-US" b="1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553CB-01C8-42F4-BF7A-B0C0AF3EE9AF}"/>
              </a:ext>
            </a:extLst>
          </p:cNvPr>
          <p:cNvSpPr/>
          <p:nvPr/>
        </p:nvSpPr>
        <p:spPr>
          <a:xfrm>
            <a:off x="238125" y="1600202"/>
            <a:ext cx="3409950" cy="895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ADMIN (ROLE)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4B46CB2-B93E-4746-AA68-638EA901FD48}"/>
              </a:ext>
            </a:extLst>
          </p:cNvPr>
          <p:cNvSpPr/>
          <p:nvPr/>
        </p:nvSpPr>
        <p:spPr>
          <a:xfrm flipV="1">
            <a:off x="3638550" y="1876425"/>
            <a:ext cx="762000" cy="523874"/>
          </a:xfrm>
          <a:prstGeom prst="rightArrow">
            <a:avLst>
              <a:gd name="adj1" fmla="val 50000"/>
              <a:gd name="adj2" fmla="val 362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F054B-ECF6-4606-9726-E1E7DD0521B6}"/>
              </a:ext>
            </a:extLst>
          </p:cNvPr>
          <p:cNvSpPr/>
          <p:nvPr/>
        </p:nvSpPr>
        <p:spPr>
          <a:xfrm>
            <a:off x="4400550" y="1600201"/>
            <a:ext cx="2647950" cy="13525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20" dirty="0"/>
              <a:t>To Create ROLE,USER,ADD User Role&amp; Master to create Entity,Location,Department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C0847B-3782-4A39-B5DA-5A520FC2EAE8}"/>
              </a:ext>
            </a:extLst>
          </p:cNvPr>
          <p:cNvSpPr/>
          <p:nvPr/>
        </p:nvSpPr>
        <p:spPr>
          <a:xfrm>
            <a:off x="2219326" y="3332164"/>
            <a:ext cx="8867774" cy="2449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C00000"/>
                </a:solidFill>
              </a:rPr>
              <a:t>User Management: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chemeClr val="accent5"/>
                </a:solidFill>
              </a:rPr>
              <a:t>To Create User Based On Module , Entity And Location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C00000"/>
                </a:solidFill>
              </a:rPr>
              <a:t>Role Management </a:t>
            </a:r>
            <a:r>
              <a:rPr lang="en-US" sz="2000" dirty="0">
                <a:solidFill>
                  <a:schemeClr val="accent5"/>
                </a:solidFill>
              </a:rPr>
              <a:t>: To Create Role Based On Module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C00000"/>
                </a:solidFill>
              </a:rPr>
              <a:t>Master: </a:t>
            </a:r>
            <a:r>
              <a:rPr lang="en-US" sz="2000" dirty="0">
                <a:solidFill>
                  <a:schemeClr val="accent5"/>
                </a:solidFill>
              </a:rPr>
              <a:t>Common Master to Create ENTITY, Location ,Department,Add User Role(Assign Role to User),Task Master(To Create Module),Upload File Category &amp; TPA Entity.</a:t>
            </a:r>
          </a:p>
          <a:p>
            <a:pPr algn="ctr"/>
            <a:r>
              <a:rPr lang="en-US" sz="2000" b="1" u="sng" dirty="0">
                <a:solidFill>
                  <a:srgbClr val="C00000"/>
                </a:solidFill>
              </a:rPr>
              <a:t>TPA User Management: </a:t>
            </a:r>
            <a:r>
              <a:rPr lang="en-US" sz="2000" dirty="0">
                <a:solidFill>
                  <a:schemeClr val="accent5"/>
                </a:solidFill>
              </a:rPr>
              <a:t>To Create Third Party User .</a:t>
            </a:r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4933B54-9AAA-4CE0-B395-0E4110913D5C}"/>
              </a:ext>
            </a:extLst>
          </p:cNvPr>
          <p:cNvSpPr/>
          <p:nvPr/>
        </p:nvSpPr>
        <p:spPr>
          <a:xfrm>
            <a:off x="5591175" y="2952751"/>
            <a:ext cx="209550" cy="3794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E9C009-2B05-4922-B1CF-D5BCA6911DBE}"/>
              </a:ext>
            </a:extLst>
          </p:cNvPr>
          <p:cNvSpPr/>
          <p:nvPr/>
        </p:nvSpPr>
        <p:spPr>
          <a:xfrm>
            <a:off x="1038225" y="5943600"/>
            <a:ext cx="10563225" cy="674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u="sng" dirty="0"/>
              <a:t>NOTE: EVERY USER IS DEFAULT TASK USER OR OWNER</a:t>
            </a:r>
          </a:p>
        </p:txBody>
      </p:sp>
    </p:spTree>
    <p:extLst>
      <p:ext uri="{BB962C8B-B14F-4D97-AF65-F5344CB8AC3E}">
        <p14:creationId xmlns:p14="http://schemas.microsoft.com/office/powerpoint/2010/main" val="276566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AA78-BDDA-45AB-88BE-3212451D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</a:t>
            </a:r>
            <a:r>
              <a:rPr lang="en-US" b="1" u="sng" dirty="0" err="1"/>
              <a:t>Goverence</a:t>
            </a:r>
            <a:r>
              <a:rPr lang="en-US" b="1" u="sng" dirty="0"/>
              <a:t> Document Module(GCT)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B8357-7C4D-41CA-AE56-706599109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424" y="1825625"/>
            <a:ext cx="4629151" cy="565150"/>
          </a:xfrm>
        </p:spPr>
        <p:txBody>
          <a:bodyPr/>
          <a:lstStyle/>
          <a:p>
            <a:r>
              <a:rPr lang="en-US" b="1" u="sng" dirty="0"/>
              <a:t>Creating Of </a:t>
            </a:r>
            <a:r>
              <a:rPr lang="en-US" b="1" u="sng" dirty="0" err="1"/>
              <a:t>Documenent</a:t>
            </a:r>
            <a:r>
              <a:rPr lang="en-US" b="1" u="sng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8B3C2-0051-42D8-88F2-508D756C6651}"/>
              </a:ext>
            </a:extLst>
          </p:cNvPr>
          <p:cNvSpPr/>
          <p:nvPr/>
        </p:nvSpPr>
        <p:spPr>
          <a:xfrm>
            <a:off x="0" y="2571750"/>
            <a:ext cx="3200400" cy="7429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Content Controller(Role)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2240A31-CBC7-4532-98A3-155B7E558087}"/>
              </a:ext>
            </a:extLst>
          </p:cNvPr>
          <p:cNvSpPr/>
          <p:nvPr/>
        </p:nvSpPr>
        <p:spPr>
          <a:xfrm>
            <a:off x="3200401" y="2943225"/>
            <a:ext cx="323850" cy="57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07788F-CF6A-42BC-80E4-FD0339134523}"/>
              </a:ext>
            </a:extLst>
          </p:cNvPr>
          <p:cNvSpPr/>
          <p:nvPr/>
        </p:nvSpPr>
        <p:spPr>
          <a:xfrm>
            <a:off x="3629025" y="2390775"/>
            <a:ext cx="8420100" cy="4102100"/>
          </a:xfrm>
          <a:prstGeom prst="roundRect">
            <a:avLst>
              <a:gd name="adj" fmla="val 113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Governance Document Attributes:</a:t>
            </a:r>
            <a:r>
              <a:rPr lang="en-US" dirty="0"/>
              <a:t> This Tab Consist of All the Masters </a:t>
            </a:r>
          </a:p>
          <a:p>
            <a:r>
              <a:rPr lang="en-US" dirty="0"/>
              <a:t>That Help to Create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Publish </a:t>
            </a:r>
            <a:r>
              <a:rPr lang="en-US" b="1" u="sng" dirty="0" err="1"/>
              <a:t>Governanc</a:t>
            </a:r>
            <a:r>
              <a:rPr lang="en-US" b="1" u="sng" dirty="0"/>
              <a:t> Document:</a:t>
            </a:r>
            <a:r>
              <a:rPr lang="en-US" dirty="0"/>
              <a:t> This Tab Consist to Create and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and to Saved to Draft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Published Document </a:t>
            </a:r>
            <a:r>
              <a:rPr lang="en-US" b="1" u="sng" dirty="0" err="1"/>
              <a:t>Lisiting</a:t>
            </a:r>
            <a:r>
              <a:rPr lang="en-US" b="1" u="sng" dirty="0"/>
              <a:t>: </a:t>
            </a:r>
            <a:r>
              <a:rPr lang="en-US" dirty="0"/>
              <a:t>This Tab Consist of View,Update,Delete &amp; Version Change of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User Access Mapping:</a:t>
            </a:r>
            <a:r>
              <a:rPr lang="en-US" dirty="0"/>
              <a:t> This is tab Consist of Provide ,Edit , Delete  &amp; View of Documents (Mainly use of this is used to Give Access to Another  Users(Task user or Task owners).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GCT REPORTS: </a:t>
            </a:r>
            <a:r>
              <a:rPr lang="en-US" dirty="0"/>
              <a:t>Publish Document in Depository, Discarded Drafts, Document Draft saved , Published Document Versioning, Publish Document Review, Acknowledgement Requested Document ,Document  Accessibility, Document Access Mapping .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908325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E02863-DB11-444B-A5E5-57CC453FA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75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</a:t>
            </a:r>
            <a:r>
              <a:rPr lang="en-US" b="1" u="sng" dirty="0"/>
              <a:t> Governance Document Module(GCT)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CDBA75-8C5B-463B-B4EB-36FF11B0512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714748" y="977900"/>
            <a:ext cx="4943476" cy="384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Creating of Document  And Permission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304CE2-0D5F-4B84-AAD2-469DC72C5E27}"/>
              </a:ext>
            </a:extLst>
          </p:cNvPr>
          <p:cNvSpPr/>
          <p:nvPr/>
        </p:nvSpPr>
        <p:spPr>
          <a:xfrm>
            <a:off x="581025" y="2171700"/>
            <a:ext cx="3000375" cy="847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 User or Task Owner(Role)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777A3E4-AA56-4E96-A78B-C498BD7C50D2}"/>
              </a:ext>
            </a:extLst>
          </p:cNvPr>
          <p:cNvSpPr/>
          <p:nvPr/>
        </p:nvSpPr>
        <p:spPr>
          <a:xfrm>
            <a:off x="3581400" y="2479675"/>
            <a:ext cx="742950" cy="2444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950289-7C8E-4FA7-A1A4-65EC78173DEA}"/>
              </a:ext>
            </a:extLst>
          </p:cNvPr>
          <p:cNvSpPr/>
          <p:nvPr/>
        </p:nvSpPr>
        <p:spPr>
          <a:xfrm>
            <a:off x="4562475" y="1924050"/>
            <a:ext cx="6905625" cy="2419350"/>
          </a:xfrm>
          <a:prstGeom prst="roundRect">
            <a:avLst>
              <a:gd name="adj" fmla="val 623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u="sng" dirty="0"/>
              <a:t>GCT REPORTS: </a:t>
            </a:r>
            <a:r>
              <a:rPr lang="en-US" dirty="0"/>
              <a:t>Published Document in Repository.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u="sng" dirty="0"/>
              <a:t>Document Awareness: </a:t>
            </a:r>
            <a:r>
              <a:rPr lang="en-US" dirty="0"/>
              <a:t>Acknowledge Request, Document User Accessibility, Document Repository( Based on Permission from Content Controller Task user or Owner Can view ,Download)</a:t>
            </a:r>
            <a:endParaRPr lang="en-US" b="1" u="sng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542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</TotalTime>
  <Words>304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GRMA</vt:lpstr>
      <vt:lpstr>              Goverence Document Module(GCT)</vt:lpstr>
      <vt:lpstr>             Governance Document Module(GCT)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GRMA</dc:title>
  <dc:creator>Akhilesh Paidi</dc:creator>
  <cp:lastModifiedBy>Akhilesh Paidi</cp:lastModifiedBy>
  <cp:revision>11</cp:revision>
  <dcterms:created xsi:type="dcterms:W3CDTF">2025-02-21T06:11:48Z</dcterms:created>
  <dcterms:modified xsi:type="dcterms:W3CDTF">2025-02-21T08:24:18Z</dcterms:modified>
</cp:coreProperties>
</file>