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ubh Kirti" initials="SK" lastIdx="1" clrIdx="0">
    <p:extLst>
      <p:ext uri="{19B8F6BF-5375-455C-9EA6-DF929625EA0E}">
        <p15:presenceInfo xmlns:p15="http://schemas.microsoft.com/office/powerpoint/2012/main" userId="3025642b082519f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65753F-2581-4361-83D4-F35327DFAC0F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A96416-FB2B-493E-B7AF-84CE75BC61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47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A96416-FB2B-493E-B7AF-84CE75BC613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843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FDE59-9236-4098-1779-661935DE5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7CC73-95A8-BE05-AA0B-B3CD39442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C8333-B461-AABB-F05E-B3D5B5F2F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E931-04F2-4660-BA31-2F839C128AD5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AC7F3-DCE1-6BD1-6559-D68B7682F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6DB75-97DF-FF0C-C4DA-203F2FEEC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D4A31-1AA8-4C48-BBBA-C66A239C5B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827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375FB-50DB-9D4D-D260-31851BF6F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C6B76-B8AF-D4B6-E699-7D01304A5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E5937-FD4C-5BB5-C2B4-87DAF6B23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E931-04F2-4660-BA31-2F839C128AD5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57A5D-9145-5179-9C0A-637D813A9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DF943-D4F3-BD79-3440-35104C838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D4A31-1AA8-4C48-BBBA-C66A239C5B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63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1AA7C-B845-5E5C-0DAC-8A2FA93B6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7A934-4F08-0EFF-C063-DBD4507D1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9EA21-9068-2588-DBD9-EA13C8CB4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E931-04F2-4660-BA31-2F839C128AD5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6DFC8-4544-30A5-F420-95A609798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33E23-B42A-DC18-EB47-87748B032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D4A31-1AA8-4C48-BBBA-C66A239C5B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051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386CE-9327-0A26-76EB-8C6A2BB46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367D1-5A23-FA86-A5B8-76FFBE667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A516E-14AF-014D-7A3F-5127752DE4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22A48-1BCA-A97C-E107-936E2F876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E931-04F2-4660-BA31-2F839C128AD5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940A0-FC86-3BC0-A94F-4CD73A35C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6F294-46E3-34F8-B821-ED061CF99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D4A31-1AA8-4C48-BBBA-C66A239C5B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178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442AC-8D35-077A-9E92-8ADED522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662A07-CA21-BED4-D766-0CAB380A1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256C3A-02CE-099A-32B0-70BE1931A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21ED7A-D280-7627-9852-DDC5AAE225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B453E6-934A-E989-3A9F-510F8B1E2D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F0440F-D19D-322E-FEBC-F7BC2CBB6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E931-04F2-4660-BA31-2F839C128AD5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7E3CF3-13F1-D121-4AAD-5959DA0DD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92BA7C-9030-980D-6202-695FCE805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D4A31-1AA8-4C48-BBBA-C66A239C5B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646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0C607-D6CF-4D31-60A5-3BA6F9967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BC54C2-8353-3D10-C1E3-CC95F614D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E931-04F2-4660-BA31-2F839C128AD5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A3F350-F113-88DB-B6A9-FD2ED7946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7ECE93-BF40-10A3-530C-91AB1E6C2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D4A31-1AA8-4C48-BBBA-C66A239C5B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284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703375-54E8-9375-4EDA-7EA7A8096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E931-04F2-4660-BA31-2F839C128AD5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F87F6D-A8C3-99D9-5108-7253E88B0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ADDA6-CAFC-3898-5726-BA8C64558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D4A31-1AA8-4C48-BBBA-C66A239C5B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937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15FD0-9046-7EF1-9AE9-B04ED0424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ABA9C-5CA8-0F86-646D-9A9BA9D7B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DBF44-83C6-5964-593A-77D92C5F1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456D-FCE7-D48E-372E-C0DC61C89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E931-04F2-4660-BA31-2F839C128AD5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FD856-FB0B-BC14-2DBF-2B9717BB6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B434ED-59A2-3108-C2F2-C8DDDE548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D4A31-1AA8-4C48-BBBA-C66A239C5B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023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6653C-F32D-9055-F75A-15A1EA1DA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D91941-1A8D-7E28-385F-9FBD34F374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543D9A-1E4D-E16C-BE31-85B7C4EA5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74F93-D25D-0F00-A20D-5BFED6001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E931-04F2-4660-BA31-2F839C128AD5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0C01CC-495C-1954-C5EA-8404CCC0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511ED-DD4E-0B0D-9730-1E628132B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D4A31-1AA8-4C48-BBBA-C66A239C5B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401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2D1D0-5DA8-8DA4-8A13-630B4C26F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B3BEB8-2F30-8041-C227-074A3A665B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6FC18-3594-4098-5B20-19B9D334A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E931-04F2-4660-BA31-2F839C128AD5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F3092-40BB-0B4D-18CF-20C0D7584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C6D7D-F9FA-105A-CE8A-DD4761043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D4A31-1AA8-4C48-BBBA-C66A239C5B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932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E897EF-27BE-6C8A-6457-4E75FECE53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BC3AEF-D8A2-E031-B419-06A06ED0B9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51992-7CD4-D3D3-A479-F6BB8FBCC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E931-04F2-4660-BA31-2F839C128AD5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A7424-E3A7-B359-5F32-0222F4DB6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3AFBF-50A9-BC3D-B940-71A7B095C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D4A31-1AA8-4C48-BBBA-C66A239C5B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940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32293A-D625-E5DD-43C2-A03C865B7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645BF-D09A-8021-46A2-5C8C64C9E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EA244-F843-A363-010E-7C63459206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CE931-04F2-4660-BA31-2F839C128AD5}" type="datetimeFigureOut">
              <a:rPr lang="en-IN" smtClean="0"/>
              <a:t>02-09-2024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7A9D7-5AF5-9AC5-4787-8498EF3BE7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8B247-0E10-4F23-5B15-3D182CB00C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D4A31-1AA8-4C48-BBBA-C66A239C5B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285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CAD05-A447-281B-C297-A599DA8CE5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E-Compliance</a:t>
            </a:r>
            <a:br>
              <a:rPr lang="en-US" dirty="0"/>
            </a:br>
            <a:r>
              <a:rPr lang="en-US" dirty="0"/>
              <a:t>Part 4</a:t>
            </a:r>
            <a:br>
              <a:rPr lang="en-US" dirty="0"/>
            </a:br>
            <a:r>
              <a:rPr lang="en-US" dirty="0"/>
              <a:t>Version 4</a:t>
            </a:r>
            <a:br>
              <a:rPr lang="en-US" dirty="0"/>
            </a:br>
            <a:r>
              <a:rPr lang="en-US" dirty="0"/>
              <a:t>Role CC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5956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AAB444-F9CB-C926-C2E3-0C03F60DE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15" y="541270"/>
            <a:ext cx="7654247" cy="5109518"/>
          </a:xfrm>
          <a:prstGeom prst="rect">
            <a:avLst/>
          </a:prstGeom>
        </p:spPr>
      </p:pic>
      <p:sp>
        <p:nvSpPr>
          <p:cNvPr id="11" name="Callout: Bent Line 10">
            <a:extLst>
              <a:ext uri="{FF2B5EF4-FFF2-40B4-BE49-F238E27FC236}">
                <a16:creationId xmlns:a16="http://schemas.microsoft.com/office/drawing/2014/main" id="{1ABC2ED4-26F8-73CC-88C4-4EBD79220AA9}"/>
              </a:ext>
            </a:extLst>
          </p:cNvPr>
          <p:cNvSpPr/>
          <p:nvPr/>
        </p:nvSpPr>
        <p:spPr>
          <a:xfrm>
            <a:off x="8969340" y="1900720"/>
            <a:ext cx="2969232" cy="114898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83929"/>
              <a:gd name="adj6" fmla="val -4311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Neither able to import Compliance Data nor any data are being shown here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448E96-CDB9-4470-9976-5A6C7CFA6C9B}"/>
              </a:ext>
            </a:extLst>
          </p:cNvPr>
          <p:cNvSpPr txBox="1"/>
          <p:nvPr/>
        </p:nvSpPr>
        <p:spPr>
          <a:xfrm>
            <a:off x="1985963" y="5815013"/>
            <a:ext cx="97440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WORKING ON IT  . NOT UPDADATED </a:t>
            </a:r>
          </a:p>
        </p:txBody>
      </p:sp>
    </p:spTree>
    <p:extLst>
      <p:ext uri="{BB962C8B-B14F-4D97-AF65-F5344CB8AC3E}">
        <p14:creationId xmlns:p14="http://schemas.microsoft.com/office/powerpoint/2010/main" val="155001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3881</TotalTime>
  <Words>21</Words>
  <Application>Microsoft Office PowerPoint</Application>
  <PresentationFormat>Widescreen</PresentationFormat>
  <Paragraphs>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E-Compliance Part 4 Version 4 Role CC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E-Compliance</dc:title>
  <dc:creator>Shubh Kirti</dc:creator>
  <cp:lastModifiedBy>Akhilesh Paidi</cp:lastModifiedBy>
  <cp:revision>33</cp:revision>
  <dcterms:created xsi:type="dcterms:W3CDTF">2024-06-17T11:55:21Z</dcterms:created>
  <dcterms:modified xsi:type="dcterms:W3CDTF">2024-09-02T05:43:42Z</dcterms:modified>
</cp:coreProperties>
</file>